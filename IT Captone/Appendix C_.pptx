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8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14CF4-A4DE-0382-5A17-6A08F4852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30E584-3339-88FD-EFAF-11E7FFE142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ADD33-4027-8EED-586B-77AEE8530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C02D-5D4F-415E-9526-519B549CD52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B70DF-DF9D-A1D7-E315-66B0FB67E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F92AD-4B8A-CB5D-0D02-490990B1C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B788-C753-4673-B68D-800BE3107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36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672BB-2F12-9BC9-AED7-EBB64562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CFD61-8859-F9CD-205A-EC437179B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4AF96-5E00-9DAC-2D95-7F42F603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C02D-5D4F-415E-9526-519B549CD52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8D1BC-9EEF-E60E-E94C-6DA5060C6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17B8C-1C09-FF55-ADC4-0D0FEB468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B788-C753-4673-B68D-800BE3107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792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7564A-7359-5CFF-40B3-06342887A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85D5F-2361-25A1-4ED5-50AB510A4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D9B79-2AE7-20EB-FD35-9A8AF7CCF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C02D-5D4F-415E-9526-519B549CD52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33681-5DEA-8D8D-2148-50955B56A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F7D43-0FA4-5AA3-BDD8-2D634B8B8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B788-C753-4673-B68D-800BE3107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813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160B2-0322-01CC-8FF7-9AC3DD438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C194A-8293-FEC3-2D8A-A6C194E13B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3D2F4-04B1-C920-E4A5-52E12F567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2FF32-5DEA-CD35-8192-18BB5ED3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C02D-5D4F-415E-9526-519B549CD52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A9599-93EF-9882-018E-0A29E33DA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FB89E-7E39-6CF2-5335-63353462C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B788-C753-4673-B68D-800BE3107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246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8ED11-68DF-A876-9D2D-26000E573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9AB24-508A-DE8C-9DA0-F32DC567E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EB5905-EF0B-DAE1-70AB-0D8DBDA47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280D43-B6F7-637E-8450-53E8E37E55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522158-D5F9-D4B5-EEFF-B8F8D2610D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057472-048E-D3CB-B149-E542E34B1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C02D-5D4F-415E-9526-519B549CD52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A45BD3-0CCB-1C8E-A237-55F3ECD36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14C2BB-3080-53C6-9C6B-978A5E9B0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B788-C753-4673-B68D-800BE3107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30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10A83-9EE2-9744-27E3-5894D8E5A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B6D6B0-07AB-BB51-9B50-47E500D58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C02D-5D4F-415E-9526-519B549CD52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F85BB-0CDF-2521-3CBE-F135BE7CD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26611-4BF8-F7F7-92E5-7CCC7A633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B788-C753-4673-B68D-800BE3107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486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D82F60-29A8-213E-403E-16F75488D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C02D-5D4F-415E-9526-519B549CD52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10C4D6-5E43-AC66-9C9C-EA85520B0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5D763-AD35-2A76-4D1E-51A915D92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B788-C753-4673-B68D-800BE3107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3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20F11-47BF-6A38-73CB-D7C9C6902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3D326-25F2-D8D5-543E-CAFCB0021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F7AB50-7AB9-8D24-9565-55B5595FF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565944-273A-ED72-F754-1DD2A9C47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C02D-5D4F-415E-9526-519B549CD52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A8EB00-0569-96F7-8CFD-63BD3634B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297BA-0973-3979-F6CC-7D69BF487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B788-C753-4673-B68D-800BE3107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41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1F66D-DFCC-0C46-803D-51EF67EC8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CEA62F-10F2-BD98-BBF6-C490149F92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6A9C9-6EDF-3F63-2870-611621E17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00AE0-1936-2839-F040-7819E0EC6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C02D-5D4F-415E-9526-519B549CD52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35029-5949-9D95-8C0C-4C93C4FC9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1AF60B-E979-0FD2-A239-EC046D842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B788-C753-4673-B68D-800BE3107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992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1AD2C-4EF2-83E6-4F71-9B2BB589B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2C85BD-2810-3912-CC5D-9250E2E50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18930-C110-E9B5-A535-10EFFD3FD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C02D-5D4F-415E-9526-519B549CD52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2A199-D820-E58C-F46D-F1BB21FB4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4BEE7-4B67-2480-A152-996AC0B10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B788-C753-4673-B68D-800BE3107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3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99882-DCC5-77B0-4654-9A7FE5468A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B5C159-7BE0-0E10-5F21-66902646B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A4AB8-0F14-391B-8010-078C5A0FD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C02D-5D4F-415E-9526-519B549CD52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A1973-4737-21B0-E067-6E7945FDB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DF457-538C-78FE-A652-983E73A46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B788-C753-4673-B68D-800BE3107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13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092B91-CDB2-4394-0FAB-1BDF79D34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579B8-F6CB-6AB7-90E9-0113732E1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ADFBE-1A99-67AD-2D5A-4979E06A12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35C02D-5D4F-415E-9526-519B549CD52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20666-604A-4544-C690-F93FCD7A5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13D7D-EC24-8E8D-C348-ADDC9C0E39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C3B788-C753-4673-B68D-800BE3107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60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texasgrocers.com/" TargetMode="External"/><Relationship Id="rId7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589914-4DEE-A86D-BE57-150DABD43922}"/>
              </a:ext>
            </a:extLst>
          </p:cNvPr>
          <p:cNvSpPr/>
          <p:nvPr/>
        </p:nvSpPr>
        <p:spPr>
          <a:xfrm>
            <a:off x="2562085" y="0"/>
            <a:ext cx="7063409" cy="689996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70EF0E-8A9F-C9D0-6EE3-C8A7B424F6B9}"/>
              </a:ext>
            </a:extLst>
          </p:cNvPr>
          <p:cNvSpPr/>
          <p:nvPr/>
        </p:nvSpPr>
        <p:spPr>
          <a:xfrm>
            <a:off x="2562087" y="0"/>
            <a:ext cx="7063409" cy="69794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6636A4-5289-4A26-82E5-7E96E7CED4E6}"/>
              </a:ext>
            </a:extLst>
          </p:cNvPr>
          <p:cNvSpPr txBox="1"/>
          <p:nvPr/>
        </p:nvSpPr>
        <p:spPr>
          <a:xfrm>
            <a:off x="3300895" y="113580"/>
            <a:ext cx="2195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Texas Grocers</a:t>
            </a:r>
          </a:p>
        </p:txBody>
      </p:sp>
      <p:pic>
        <p:nvPicPr>
          <p:cNvPr id="8" name="Graphic 7" descr="Shopping cart with solid fill">
            <a:extLst>
              <a:ext uri="{FF2B5EF4-FFF2-40B4-BE49-F238E27FC236}">
                <a16:creationId xmlns:a16="http://schemas.microsoft.com/office/drawing/2014/main" id="{291FC2B7-BF7D-0EA3-0809-8F71587D34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4426" y="60739"/>
            <a:ext cx="576469" cy="57646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83A459-452E-D952-164B-F071B38C6ECE}"/>
              </a:ext>
            </a:extLst>
          </p:cNvPr>
          <p:cNvCxnSpPr>
            <a:cxnSpLocks/>
          </p:cNvCxnSpPr>
          <p:nvPr/>
        </p:nvCxnSpPr>
        <p:spPr>
          <a:xfrm>
            <a:off x="8892209" y="207617"/>
            <a:ext cx="485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CDAFE7-B1B4-C296-DEA4-D76E671EA858}"/>
              </a:ext>
            </a:extLst>
          </p:cNvPr>
          <p:cNvCxnSpPr>
            <a:cxnSpLocks/>
          </p:cNvCxnSpPr>
          <p:nvPr/>
        </p:nvCxnSpPr>
        <p:spPr>
          <a:xfrm>
            <a:off x="8892209" y="298246"/>
            <a:ext cx="485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7C922ED-89A8-D8C3-0A03-FDC7600A555F}"/>
              </a:ext>
            </a:extLst>
          </p:cNvPr>
          <p:cNvCxnSpPr>
            <a:cxnSpLocks/>
          </p:cNvCxnSpPr>
          <p:nvPr/>
        </p:nvCxnSpPr>
        <p:spPr>
          <a:xfrm>
            <a:off x="8892208" y="390939"/>
            <a:ext cx="485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9E710FF-3578-5969-AD24-29E9EA7BFD54}"/>
              </a:ext>
            </a:extLst>
          </p:cNvPr>
          <p:cNvSpPr txBox="1"/>
          <p:nvPr/>
        </p:nvSpPr>
        <p:spPr>
          <a:xfrm>
            <a:off x="7611165" y="112165"/>
            <a:ext cx="1395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38E43A-8071-EFDA-2A74-4D6965545F70}"/>
              </a:ext>
            </a:extLst>
          </p:cNvPr>
          <p:cNvSpPr txBox="1"/>
          <p:nvPr/>
        </p:nvSpPr>
        <p:spPr>
          <a:xfrm>
            <a:off x="3787912" y="750789"/>
            <a:ext cx="4611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Texas Grocers Workforce Portal – Training, FAQ, &amp; Demo Start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5545C6-BD21-3FB2-F7DC-F92214BBEA58}"/>
              </a:ext>
            </a:extLst>
          </p:cNvPr>
          <p:cNvSpPr txBox="1"/>
          <p:nvPr/>
        </p:nvSpPr>
        <p:spPr>
          <a:xfrm>
            <a:off x="2782955" y="1463260"/>
            <a:ext cx="2835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to login successfully.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1D1196F-8983-1FD8-45E4-5B9D0DE4FF87}"/>
              </a:ext>
            </a:extLst>
          </p:cNvPr>
          <p:cNvCxnSpPr/>
          <p:nvPr/>
        </p:nvCxnSpPr>
        <p:spPr>
          <a:xfrm>
            <a:off x="3458817" y="1397120"/>
            <a:ext cx="50755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BF0E212-B9AC-E3BA-8AAC-D934E3DADD34}"/>
              </a:ext>
            </a:extLst>
          </p:cNvPr>
          <p:cNvSpPr txBox="1"/>
          <p:nvPr/>
        </p:nvSpPr>
        <p:spPr>
          <a:xfrm>
            <a:off x="2782955" y="1832592"/>
            <a:ext cx="43157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Open web browser.</a:t>
            </a:r>
          </a:p>
          <a:p>
            <a:r>
              <a:rPr lang="en-US" dirty="0"/>
              <a:t>2. Go to </a:t>
            </a:r>
            <a:r>
              <a:rPr lang="en-US" dirty="0">
                <a:hlinkClick r:id="rId3"/>
              </a:rPr>
              <a:t>https://portal.texasgrocers.com</a:t>
            </a:r>
            <a:endParaRPr lang="en-US" dirty="0"/>
          </a:p>
          <a:p>
            <a:r>
              <a:rPr lang="en-US" dirty="0"/>
              <a:t>3. Enter Employee ID, Password, and MFA.</a:t>
            </a:r>
          </a:p>
          <a:p>
            <a:r>
              <a:rPr lang="en-US" dirty="0"/>
              <a:t>4. Click “Login In”, make sure to click “Logout” when done.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3FC2A54-449B-0578-EC16-6B5F23458C5A}"/>
              </a:ext>
            </a:extLst>
          </p:cNvPr>
          <p:cNvCxnSpPr/>
          <p:nvPr/>
        </p:nvCxnSpPr>
        <p:spPr>
          <a:xfrm>
            <a:off x="2782955" y="1832592"/>
            <a:ext cx="28061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Graphic 24" descr="Internet outline">
            <a:extLst>
              <a:ext uri="{FF2B5EF4-FFF2-40B4-BE49-F238E27FC236}">
                <a16:creationId xmlns:a16="http://schemas.microsoft.com/office/drawing/2014/main" id="{F489EA51-F332-D71F-CFB3-763856BF31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6765" y="2734942"/>
            <a:ext cx="914400" cy="914400"/>
          </a:xfrm>
          <a:prstGeom prst="rect">
            <a:avLst/>
          </a:prstGeom>
        </p:spPr>
      </p:pic>
      <p:pic>
        <p:nvPicPr>
          <p:cNvPr id="27" name="Graphic 26" descr="Employee badge outline">
            <a:extLst>
              <a:ext uri="{FF2B5EF4-FFF2-40B4-BE49-F238E27FC236}">
                <a16:creationId xmlns:a16="http://schemas.microsoft.com/office/drawing/2014/main" id="{55E08A87-4955-A599-2C07-36AC73FB62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6729" y="2277741"/>
            <a:ext cx="914400" cy="9144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B1895C9-1663-2B24-9637-55FD6E658E3F}"/>
              </a:ext>
            </a:extLst>
          </p:cNvPr>
          <p:cNvSpPr txBox="1"/>
          <p:nvPr/>
        </p:nvSpPr>
        <p:spPr>
          <a:xfrm>
            <a:off x="2782953" y="3309920"/>
            <a:ext cx="2633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Common Tasks.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DF09D6E-EA05-0EE4-9D06-A7C6D4B5E605}"/>
              </a:ext>
            </a:extLst>
          </p:cNvPr>
          <p:cNvCxnSpPr/>
          <p:nvPr/>
        </p:nvCxnSpPr>
        <p:spPr>
          <a:xfrm>
            <a:off x="2813876" y="3649342"/>
            <a:ext cx="20143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B77F10F-4D28-7D61-CBC1-830F85BFC491}"/>
              </a:ext>
            </a:extLst>
          </p:cNvPr>
          <p:cNvSpPr txBox="1"/>
          <p:nvPr/>
        </p:nvSpPr>
        <p:spPr>
          <a:xfrm>
            <a:off x="2782953" y="3745391"/>
            <a:ext cx="34013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Scheduling: Select schedule widget to browse your work calendar</a:t>
            </a:r>
          </a:p>
          <a:p>
            <a:pPr marL="342900" indent="-342900">
              <a:buAutoNum type="arabicPeriod"/>
            </a:pPr>
            <a:r>
              <a:rPr lang="en-US" dirty="0"/>
              <a:t>Check Inventory: Select inventory widget, browse the items.</a:t>
            </a:r>
          </a:p>
          <a:p>
            <a:pPr marL="342900" indent="-342900">
              <a:buAutoNum type="arabicPeriod"/>
            </a:pPr>
            <a:r>
              <a:rPr lang="en-US" dirty="0"/>
              <a:t>Training: Select training widget, get up to date skills.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F5D78F1-FAE6-BB4C-6C65-FAE04D5712BA}"/>
              </a:ext>
            </a:extLst>
          </p:cNvPr>
          <p:cNvCxnSpPr>
            <a:cxnSpLocks/>
          </p:cNvCxnSpPr>
          <p:nvPr/>
        </p:nvCxnSpPr>
        <p:spPr>
          <a:xfrm flipH="1">
            <a:off x="6184344" y="3679252"/>
            <a:ext cx="4" cy="27038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Graphic 34" descr="Thought bubble outline">
            <a:extLst>
              <a:ext uri="{FF2B5EF4-FFF2-40B4-BE49-F238E27FC236}">
                <a16:creationId xmlns:a16="http://schemas.microsoft.com/office/drawing/2014/main" id="{7B6DF330-EF42-E127-E688-4773DFA477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5267" y="3649342"/>
            <a:ext cx="1144109" cy="114410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6276CA4-AB17-9001-3229-6614DA685145}"/>
              </a:ext>
            </a:extLst>
          </p:cNvPr>
          <p:cNvSpPr txBox="1"/>
          <p:nvPr/>
        </p:nvSpPr>
        <p:spPr>
          <a:xfrm>
            <a:off x="6363250" y="3959786"/>
            <a:ext cx="848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Problems?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7CEC7D-5F70-6241-D336-DBFE1DE9BDD7}"/>
              </a:ext>
            </a:extLst>
          </p:cNvPr>
          <p:cNvSpPr txBox="1"/>
          <p:nvPr/>
        </p:nvSpPr>
        <p:spPr>
          <a:xfrm>
            <a:off x="7312990" y="3852064"/>
            <a:ext cx="1992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Troubleshooting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20CAB20-1A5F-8BB3-B91C-221077C556C1}"/>
              </a:ext>
            </a:extLst>
          </p:cNvPr>
          <p:cNvCxnSpPr/>
          <p:nvPr/>
        </p:nvCxnSpPr>
        <p:spPr>
          <a:xfrm>
            <a:off x="7434470" y="4221396"/>
            <a:ext cx="17006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64AC941-08A5-0F98-4281-2A4F35A8D26B}"/>
              </a:ext>
            </a:extLst>
          </p:cNvPr>
          <p:cNvSpPr txBox="1"/>
          <p:nvPr/>
        </p:nvSpPr>
        <p:spPr>
          <a:xfrm>
            <a:off x="7098747" y="4221396"/>
            <a:ext cx="25576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Can’t see mobile view?</a:t>
            </a:r>
            <a:r>
              <a:rPr lang="en-US" sz="1400" dirty="0"/>
              <a:t> Make sure you are connected to the </a:t>
            </a:r>
            <a:r>
              <a:rPr lang="en-US" sz="1400"/>
              <a:t>company Wi-Fi.</a:t>
            </a:r>
            <a:endParaRPr lang="en-US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D8FFB1-94E7-51E4-B3AA-96FF7BE4111B}"/>
              </a:ext>
            </a:extLst>
          </p:cNvPr>
          <p:cNvSpPr txBox="1"/>
          <p:nvPr/>
        </p:nvSpPr>
        <p:spPr>
          <a:xfrm>
            <a:off x="6636026" y="4881320"/>
            <a:ext cx="19502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Forgot password? </a:t>
            </a:r>
            <a:r>
              <a:rPr lang="en-US" sz="1400" dirty="0"/>
              <a:t>Select “Forgot Password”.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B7C818-4838-82D8-6908-886C79254B6E}"/>
              </a:ext>
            </a:extLst>
          </p:cNvPr>
          <p:cNvSpPr txBox="1"/>
          <p:nvPr/>
        </p:nvSpPr>
        <p:spPr>
          <a:xfrm>
            <a:off x="6270486" y="5581065"/>
            <a:ext cx="26813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Not here? </a:t>
            </a:r>
          </a:p>
          <a:p>
            <a:r>
              <a:rPr lang="en-US" sz="1400" u="sng" dirty="0">
                <a:solidFill>
                  <a:schemeClr val="accent1"/>
                </a:solidFill>
              </a:rPr>
              <a:t>Click me for the support page.</a:t>
            </a:r>
          </a:p>
          <a:p>
            <a:r>
              <a:rPr lang="en-US" sz="1400" dirty="0"/>
              <a:t>Or see find a manager.</a:t>
            </a:r>
          </a:p>
        </p:txBody>
      </p:sp>
      <p:pic>
        <p:nvPicPr>
          <p:cNvPr id="45" name="Graphic 44" descr="Questions with solid fill">
            <a:extLst>
              <a:ext uri="{FF2B5EF4-FFF2-40B4-BE49-F238E27FC236}">
                <a16:creationId xmlns:a16="http://schemas.microsoft.com/office/drawing/2014/main" id="{1E541732-7B94-D4AB-65E3-D78F01390E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77200" y="4813363"/>
            <a:ext cx="914400" cy="9144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547092E4-B0F1-F1BA-218A-DDE715C2BEC9}"/>
              </a:ext>
            </a:extLst>
          </p:cNvPr>
          <p:cNvSpPr txBox="1"/>
          <p:nvPr/>
        </p:nvSpPr>
        <p:spPr>
          <a:xfrm>
            <a:off x="4814957" y="6630865"/>
            <a:ext cx="49960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Created by Texas Grocers –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3815778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152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Smith</dc:creator>
  <cp:lastModifiedBy>Aaron Smith</cp:lastModifiedBy>
  <cp:revision>8</cp:revision>
  <dcterms:created xsi:type="dcterms:W3CDTF">2026-04-02T06:24:59Z</dcterms:created>
  <dcterms:modified xsi:type="dcterms:W3CDTF">2026-04-02T06:47:47Z</dcterms:modified>
</cp:coreProperties>
</file>