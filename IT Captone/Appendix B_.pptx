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A96F-46F9-11D5-1198-32B3C2AAE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9C01B-850B-918F-D548-D9471BF7C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B9A62-B14E-95C2-F2E4-4A64D377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492C9-9990-D2AF-B70C-AADC52ECD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AC9E3-65A5-CF01-988D-EDA8EFF5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7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0B2D-179D-09FB-8FF9-6878515F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F46F-907F-6BB3-CA50-C39EC4C62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0A2DE-B511-08EC-4207-2309A3B8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A7BA8-455C-9131-8D1C-1026D725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BDF4-8C2E-FB52-5CBE-856CF883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2B3F-C329-3A66-9926-3C212222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5B244-F15D-B3BA-F482-026CB3645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AE000-3507-7E44-EE72-F5D05157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A1D6-8566-7E29-F7DD-8BFB1A86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A24E9-5804-70FA-C859-B3ECA68E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6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D30C-B6A1-4618-5243-87849B77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55D8-05E0-EA2B-2DAE-2270C335F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800E7-7E59-8C69-AF56-514B3A7C6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48388-8E4F-F543-15CA-3F63A898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CADFF-1D13-C424-3240-047C16E9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A750E-8612-DE5F-704E-EE89A9FD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4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2F25-A3EE-7089-BD1D-9622E2C0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B6DEB-E088-2306-40EB-44EC3B5C0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C900D-1FBE-4224-BB6A-52999E880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10698-B61C-B03F-DF90-227145520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F97E4-CC88-DA42-A817-13138AD1B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B0F2B-F20A-3ABC-F87B-715BC5CE1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55DF2-228A-E8D0-F0A8-8DBB1EFC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94417-1300-0A6E-FE7F-5017AEAC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0275-A770-DC7A-E369-8DC0A3C0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4C0D4-9907-0B59-077F-C332B825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D234E-FB3C-140D-4F13-66FCEED5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87BE6-7470-1C79-B1FF-E932A687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59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357BD-97ED-4DA3-E3B0-C14EA12C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EDA75-22B2-D796-033D-690118F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98C71-21F5-09B3-CC49-57682BF4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4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F7C4-4510-104C-D010-760C0383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D914-9293-9226-B01D-EEF9B572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12450-3F71-C8EA-D41B-1B5030222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17C20-96FB-99AC-93F8-173E338B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5B243-7331-80E3-063B-3CD97A57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7DF6C-3DC8-713C-F4D5-C7A455D9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1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3704-2FBF-0958-A32C-A6A3F553F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8021E-BF7D-7F3B-0C9C-0F9E48BF2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C67A5-D2DF-299B-6EBA-838446758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6B7F8-D6EE-B4D4-0E97-95207245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420CD-B908-BBCA-EABC-ECCFDDC8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455E2-FD69-96F1-DE29-CD6BEB72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CF6C-42C3-178D-ED85-26BC5283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C4DEC-F51B-5AA2-2EAE-8149AD96F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410A6-3FCE-EF82-A98A-8C85CA3F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9F542-6E0C-CE83-D967-4C902593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7B7DD-6898-10AA-733E-DA2A9F21C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1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E96C6C-7A3B-2FB5-BCCC-4CD2142C1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11381-07E7-05F5-9CF0-7B4A8112D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D2062-1C55-2EF1-D9D4-C73D8EBA4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0466A-B9C6-3C1B-57D5-A0AF0A71C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59BE-2C2A-BE1A-B8B3-91B88B204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1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37ED-B70A-AE75-C22E-6913AE19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D0314-9C12-69A6-7D23-BEA042DB7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68DF3-5A72-D6DC-52DE-07BE72748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E3294-95AD-4BDA-B7CC-EACA7C10EAB0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9D679-7EA0-5226-0BD1-A708857B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B9FE9-3B33-F784-1EB1-DF51C5108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14A30-A1A7-4DDD-9273-0C22BB34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0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2040F6-A55E-E7B8-D825-ADB9D4405997}"/>
              </a:ext>
            </a:extLst>
          </p:cNvPr>
          <p:cNvCxnSpPr>
            <a:cxnSpLocks/>
          </p:cNvCxnSpPr>
          <p:nvPr/>
        </p:nvCxnSpPr>
        <p:spPr>
          <a:xfrm>
            <a:off x="5777947" y="764209"/>
            <a:ext cx="0" cy="5451061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238BE1-10D3-7A0E-132E-D01ADBC70313}"/>
              </a:ext>
            </a:extLst>
          </p:cNvPr>
          <p:cNvSpPr txBox="1"/>
          <p:nvPr/>
        </p:nvSpPr>
        <p:spPr>
          <a:xfrm>
            <a:off x="4217840" y="528743"/>
            <a:ext cx="312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6"/>
                </a:solidFill>
              </a:rPr>
              <a:t>Network &amp; System Integration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83BE8-0E4D-77FD-A74B-D0B57C3C0751}"/>
              </a:ext>
            </a:extLst>
          </p:cNvPr>
          <p:cNvSpPr txBox="1"/>
          <p:nvPr/>
        </p:nvSpPr>
        <p:spPr>
          <a:xfrm>
            <a:off x="2208696" y="6030604"/>
            <a:ext cx="1712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6"/>
                </a:solidFill>
              </a:rPr>
              <a:t>Before (Legacy)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8BB4B-7F01-2A66-CA74-6E425B26F31A}"/>
              </a:ext>
            </a:extLst>
          </p:cNvPr>
          <p:cNvSpPr txBox="1"/>
          <p:nvPr/>
        </p:nvSpPr>
        <p:spPr>
          <a:xfrm>
            <a:off x="7580244" y="6030604"/>
            <a:ext cx="240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6"/>
                </a:solidFill>
              </a:rPr>
              <a:t>After (Modernization)</a:t>
            </a:r>
          </a:p>
        </p:txBody>
      </p:sp>
      <p:pic>
        <p:nvPicPr>
          <p:cNvPr id="11" name="Graphic 10" descr="Download from cloud outline">
            <a:extLst>
              <a:ext uri="{FF2B5EF4-FFF2-40B4-BE49-F238E27FC236}">
                <a16:creationId xmlns:a16="http://schemas.microsoft.com/office/drawing/2014/main" id="{AD8E708E-7BA2-B0BA-0D1C-436AEA951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7788" y="764209"/>
            <a:ext cx="914400" cy="914400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F76E63C-A600-CB6E-6C3E-D962DDAD4712}"/>
              </a:ext>
            </a:extLst>
          </p:cNvPr>
          <p:cNvCxnSpPr/>
          <p:nvPr/>
        </p:nvCxnSpPr>
        <p:spPr>
          <a:xfrm rot="10800000" flipV="1">
            <a:off x="1945180" y="1451113"/>
            <a:ext cx="662608" cy="4549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BC8A578-1D48-FE3B-28F7-5A72AE268D94}"/>
              </a:ext>
            </a:extLst>
          </p:cNvPr>
          <p:cNvCxnSpPr/>
          <p:nvPr/>
        </p:nvCxnSpPr>
        <p:spPr>
          <a:xfrm>
            <a:off x="3526606" y="1446697"/>
            <a:ext cx="658191" cy="4594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A11CE1-9C47-F87C-A7A1-37868690A3F0}"/>
              </a:ext>
            </a:extLst>
          </p:cNvPr>
          <p:cNvCxnSpPr>
            <a:cxnSpLocks/>
          </p:cNvCxnSpPr>
          <p:nvPr/>
        </p:nvCxnSpPr>
        <p:spPr>
          <a:xfrm>
            <a:off x="3064988" y="1607934"/>
            <a:ext cx="0" cy="298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Monitor with solid fill">
            <a:extLst>
              <a:ext uri="{FF2B5EF4-FFF2-40B4-BE49-F238E27FC236}">
                <a16:creationId xmlns:a16="http://schemas.microsoft.com/office/drawing/2014/main" id="{4C0511C9-69D3-4650-5338-ACC1E7D09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638" y="1607934"/>
            <a:ext cx="914400" cy="914400"/>
          </a:xfrm>
          <a:prstGeom prst="rect">
            <a:avLst/>
          </a:prstGeom>
        </p:spPr>
      </p:pic>
      <p:pic>
        <p:nvPicPr>
          <p:cNvPr id="22" name="Graphic 21" descr="Monitor with solid fill">
            <a:extLst>
              <a:ext uri="{FF2B5EF4-FFF2-40B4-BE49-F238E27FC236}">
                <a16:creationId xmlns:a16="http://schemas.microsoft.com/office/drawing/2014/main" id="{2C0DEB09-3CDD-4AA7-9D7B-E2F0B9AA2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2867" y="1607934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E4C284-BAF0-DFCB-C214-C21333293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677" y="1906106"/>
            <a:ext cx="630621" cy="6306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881C79-DAB5-DFA2-ACFC-3E47E6A1DD2C}"/>
              </a:ext>
            </a:extLst>
          </p:cNvPr>
          <p:cNvSpPr txBox="1"/>
          <p:nvPr/>
        </p:nvSpPr>
        <p:spPr>
          <a:xfrm>
            <a:off x="1014638" y="2352061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Isolated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CACFB9-C406-B81A-F7D2-249CF72BC667}"/>
              </a:ext>
            </a:extLst>
          </p:cNvPr>
          <p:cNvSpPr txBox="1"/>
          <p:nvPr/>
        </p:nvSpPr>
        <p:spPr>
          <a:xfrm>
            <a:off x="2465560" y="2352061"/>
            <a:ext cx="1510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Desktop PC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C76524-73FF-B254-D800-F916B5ED638E}"/>
              </a:ext>
            </a:extLst>
          </p:cNvPr>
          <p:cNvSpPr txBox="1"/>
          <p:nvPr/>
        </p:nvSpPr>
        <p:spPr>
          <a:xfrm>
            <a:off x="3975651" y="2337668"/>
            <a:ext cx="151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Workstation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7CDF3F-5494-3F6B-C4A4-C6FED7012DDD}"/>
              </a:ext>
            </a:extLst>
          </p:cNvPr>
          <p:cNvCxnSpPr>
            <a:cxnSpLocks/>
          </p:cNvCxnSpPr>
          <p:nvPr/>
        </p:nvCxnSpPr>
        <p:spPr>
          <a:xfrm flipH="1">
            <a:off x="2000579" y="2835964"/>
            <a:ext cx="3432" cy="496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9D5A38F-37A5-32CC-00C0-BBDDBE5304F7}"/>
              </a:ext>
            </a:extLst>
          </p:cNvPr>
          <p:cNvSpPr txBox="1"/>
          <p:nvPr/>
        </p:nvSpPr>
        <p:spPr>
          <a:xfrm>
            <a:off x="2000579" y="2835965"/>
            <a:ext cx="2642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6"/>
                </a:solidFill>
              </a:rPr>
              <a:t>Only on Internal WLAN</a:t>
            </a:r>
          </a:p>
          <a:p>
            <a:r>
              <a:rPr lang="en-US" u="sng" dirty="0">
                <a:solidFill>
                  <a:schemeClr val="accent6"/>
                </a:solidFill>
              </a:rPr>
              <a:t>Restricted Access</a:t>
            </a:r>
          </a:p>
          <a:p>
            <a:r>
              <a:rPr lang="en-US" u="sng" dirty="0">
                <a:solidFill>
                  <a:schemeClr val="accent6"/>
                </a:solidFill>
              </a:rPr>
              <a:t>No Central Portal</a:t>
            </a:r>
          </a:p>
          <a:p>
            <a:r>
              <a:rPr lang="en-US" u="sng" dirty="0">
                <a:solidFill>
                  <a:schemeClr val="accent6"/>
                </a:solidFill>
              </a:rPr>
              <a:t>For Those Authenticated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8C56CC-07BA-CFE6-61A4-4FA1DB6A707A}"/>
              </a:ext>
            </a:extLst>
          </p:cNvPr>
          <p:cNvCxnSpPr>
            <a:cxnSpLocks/>
          </p:cNvCxnSpPr>
          <p:nvPr/>
        </p:nvCxnSpPr>
        <p:spPr>
          <a:xfrm flipH="1">
            <a:off x="4423518" y="2835965"/>
            <a:ext cx="3432" cy="496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42" descr="Computer with solid fill">
            <a:extLst>
              <a:ext uri="{FF2B5EF4-FFF2-40B4-BE49-F238E27FC236}">
                <a16:creationId xmlns:a16="http://schemas.microsoft.com/office/drawing/2014/main" id="{2BAA76CD-B63E-2EB3-AD0C-4ACCA3FACD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638" y="4036294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2204156-F5B0-B538-B04A-13CF7D4AD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696" y="4036294"/>
            <a:ext cx="914479" cy="91447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F28112B-C333-E43B-D253-5CB5868B6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058" y="4036215"/>
            <a:ext cx="914479" cy="91447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AA039CE-7569-F00A-876B-A74148F54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4654" y="4036214"/>
            <a:ext cx="914479" cy="91447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C3576CE-FBDD-170B-8088-3E93794B0FC5}"/>
              </a:ext>
            </a:extLst>
          </p:cNvPr>
          <p:cNvSpPr txBox="1"/>
          <p:nvPr/>
        </p:nvSpPr>
        <p:spPr>
          <a:xfrm>
            <a:off x="909983" y="4710283"/>
            <a:ext cx="1267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Inventory Database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6C77D0-6822-008E-54B6-1C934E0B5F50}"/>
              </a:ext>
            </a:extLst>
          </p:cNvPr>
          <p:cNvSpPr txBox="1"/>
          <p:nvPr/>
        </p:nvSpPr>
        <p:spPr>
          <a:xfrm>
            <a:off x="2033693" y="4710282"/>
            <a:ext cx="1549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 Workforce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4E7A7D-9882-4259-5E2E-75DCB08E84D1}"/>
              </a:ext>
            </a:extLst>
          </p:cNvPr>
          <p:cNvSpPr txBox="1"/>
          <p:nvPr/>
        </p:nvSpPr>
        <p:spPr>
          <a:xfrm>
            <a:off x="3217465" y="4710281"/>
            <a:ext cx="1000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Career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8EA199-DF4B-4FE1-92EA-D15B85E1AE87}"/>
              </a:ext>
            </a:extLst>
          </p:cNvPr>
          <p:cNvSpPr txBox="1"/>
          <p:nvPr/>
        </p:nvSpPr>
        <p:spPr>
          <a:xfrm>
            <a:off x="4341130" y="4710281"/>
            <a:ext cx="934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HR Portal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9738E8-4E42-6273-CD49-1B4A821815D0}"/>
              </a:ext>
            </a:extLst>
          </p:cNvPr>
          <p:cNvCxnSpPr/>
          <p:nvPr/>
        </p:nvCxnSpPr>
        <p:spPr>
          <a:xfrm>
            <a:off x="2033693" y="4183270"/>
            <a:ext cx="0" cy="1173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8C2B42F-831A-BA24-6D38-A77676A64D45}"/>
              </a:ext>
            </a:extLst>
          </p:cNvPr>
          <p:cNvCxnSpPr/>
          <p:nvPr/>
        </p:nvCxnSpPr>
        <p:spPr>
          <a:xfrm>
            <a:off x="3217465" y="4183270"/>
            <a:ext cx="0" cy="1173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9F4F0D-2607-FDC4-C595-50727777DF3D}"/>
              </a:ext>
            </a:extLst>
          </p:cNvPr>
          <p:cNvCxnSpPr/>
          <p:nvPr/>
        </p:nvCxnSpPr>
        <p:spPr>
          <a:xfrm>
            <a:off x="4341130" y="4183270"/>
            <a:ext cx="0" cy="1173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Warning outline">
            <a:extLst>
              <a:ext uri="{FF2B5EF4-FFF2-40B4-BE49-F238E27FC236}">
                <a16:creationId xmlns:a16="http://schemas.microsoft.com/office/drawing/2014/main" id="{DB1BCFE0-D189-B345-F156-04EF008108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3556" y="5327706"/>
            <a:ext cx="566144" cy="566144"/>
          </a:xfrm>
          <a:prstGeom prst="rect">
            <a:avLst/>
          </a:prstGeom>
        </p:spPr>
      </p:pic>
      <p:pic>
        <p:nvPicPr>
          <p:cNvPr id="60" name="Graphic 59" descr="No Phones with solid fill">
            <a:extLst>
              <a:ext uri="{FF2B5EF4-FFF2-40B4-BE49-F238E27FC236}">
                <a16:creationId xmlns:a16="http://schemas.microsoft.com/office/drawing/2014/main" id="{7F858EB4-4150-E2D4-D5F2-CF5B0B59EC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3556" y="5477706"/>
            <a:ext cx="566144" cy="566144"/>
          </a:xfrm>
          <a:prstGeom prst="rect">
            <a:avLst/>
          </a:prstGeom>
        </p:spPr>
      </p:pic>
      <p:pic>
        <p:nvPicPr>
          <p:cNvPr id="61" name="Graphic 60" descr="Warning outline">
            <a:extLst>
              <a:ext uri="{FF2B5EF4-FFF2-40B4-BE49-F238E27FC236}">
                <a16:creationId xmlns:a16="http://schemas.microsoft.com/office/drawing/2014/main" id="{C9549491-6503-E92B-3D30-230C5EE14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0380" y="5314455"/>
            <a:ext cx="566144" cy="566144"/>
          </a:xfrm>
          <a:prstGeom prst="rect">
            <a:avLst/>
          </a:prstGeom>
        </p:spPr>
      </p:pic>
      <p:pic>
        <p:nvPicPr>
          <p:cNvPr id="62" name="Graphic 61" descr="No Phones with solid fill">
            <a:extLst>
              <a:ext uri="{FF2B5EF4-FFF2-40B4-BE49-F238E27FC236}">
                <a16:creationId xmlns:a16="http://schemas.microsoft.com/office/drawing/2014/main" id="{457720AE-1956-FCD7-1B95-EEF79A1FE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60380" y="5464455"/>
            <a:ext cx="566144" cy="566144"/>
          </a:xfrm>
          <a:prstGeom prst="rect">
            <a:avLst/>
          </a:prstGeom>
        </p:spPr>
      </p:pic>
      <p:pic>
        <p:nvPicPr>
          <p:cNvPr id="63" name="Graphic 62" descr="Warning outline">
            <a:extLst>
              <a:ext uri="{FF2B5EF4-FFF2-40B4-BE49-F238E27FC236}">
                <a16:creationId xmlns:a16="http://schemas.microsoft.com/office/drawing/2014/main" id="{F3548F49-9FD4-EE8D-3DD1-323822C238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0024" y="5356612"/>
            <a:ext cx="566144" cy="566144"/>
          </a:xfrm>
          <a:prstGeom prst="rect">
            <a:avLst/>
          </a:prstGeom>
        </p:spPr>
      </p:pic>
      <p:pic>
        <p:nvPicPr>
          <p:cNvPr id="64" name="Graphic 63" descr="No Phones with solid fill">
            <a:extLst>
              <a:ext uri="{FF2B5EF4-FFF2-40B4-BE49-F238E27FC236}">
                <a16:creationId xmlns:a16="http://schemas.microsoft.com/office/drawing/2014/main" id="{D53D26A2-3F89-18E8-B38A-A4832ABF3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70024" y="5506612"/>
            <a:ext cx="566144" cy="566144"/>
          </a:xfrm>
          <a:prstGeom prst="rect">
            <a:avLst/>
          </a:prstGeom>
        </p:spPr>
      </p:pic>
      <p:pic>
        <p:nvPicPr>
          <p:cNvPr id="6" name="Graphic 5" descr="Stop outline">
            <a:extLst>
              <a:ext uri="{FF2B5EF4-FFF2-40B4-BE49-F238E27FC236}">
                <a16:creationId xmlns:a16="http://schemas.microsoft.com/office/drawing/2014/main" id="{144B80AC-FE07-1963-8555-4E19A2182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03208" y="2432946"/>
            <a:ext cx="1798626" cy="17986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F6E67B-8E03-D21C-5F06-41F3E515CAE3}"/>
              </a:ext>
            </a:extLst>
          </p:cNvPr>
          <p:cNvSpPr txBox="1"/>
          <p:nvPr/>
        </p:nvSpPr>
        <p:spPr>
          <a:xfrm>
            <a:off x="8132677" y="2870594"/>
            <a:ext cx="1139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Texas Grocers Portal</a:t>
            </a:r>
          </a:p>
        </p:txBody>
      </p:sp>
      <p:pic>
        <p:nvPicPr>
          <p:cNvPr id="14" name="Graphic 13" descr="Shopping cart with solid fill">
            <a:extLst>
              <a:ext uri="{FF2B5EF4-FFF2-40B4-BE49-F238E27FC236}">
                <a16:creationId xmlns:a16="http://schemas.microsoft.com/office/drawing/2014/main" id="{19B0192F-7D44-8E34-C0B2-DEE2F5F205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58897" y="2835964"/>
            <a:ext cx="413467" cy="413467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D40CA0-5B81-5068-1CD2-3AD1C89E59F8}"/>
              </a:ext>
            </a:extLst>
          </p:cNvPr>
          <p:cNvCxnSpPr/>
          <p:nvPr/>
        </p:nvCxnSpPr>
        <p:spPr>
          <a:xfrm>
            <a:off x="7064861" y="3087643"/>
            <a:ext cx="8216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Right pointing backhand index outline">
            <a:extLst>
              <a:ext uri="{FF2B5EF4-FFF2-40B4-BE49-F238E27FC236}">
                <a16:creationId xmlns:a16="http://schemas.microsoft.com/office/drawing/2014/main" id="{F7794806-72F5-0D7B-3A81-C04E64750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0485" y="2585497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DD4BFED-2EF2-A2C7-C8F0-07416EE946D1}"/>
              </a:ext>
            </a:extLst>
          </p:cNvPr>
          <p:cNvSpPr txBox="1"/>
          <p:nvPr/>
        </p:nvSpPr>
        <p:spPr>
          <a:xfrm>
            <a:off x="6818680" y="3042697"/>
            <a:ext cx="1051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SSO - Gateway</a:t>
            </a:r>
          </a:p>
        </p:txBody>
      </p:sp>
      <p:pic>
        <p:nvPicPr>
          <p:cNvPr id="30" name="Graphic 29" descr="Smart Phone outline">
            <a:extLst>
              <a:ext uri="{FF2B5EF4-FFF2-40B4-BE49-F238E27FC236}">
                <a16:creationId xmlns:a16="http://schemas.microsoft.com/office/drawing/2014/main" id="{055810B2-88E3-D865-1FB9-2FA770C6E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5327" y="1221409"/>
            <a:ext cx="914400" cy="914400"/>
          </a:xfrm>
          <a:prstGeom prst="rect">
            <a:avLst/>
          </a:prstGeom>
        </p:spPr>
      </p:pic>
      <p:pic>
        <p:nvPicPr>
          <p:cNvPr id="33" name="Graphic 32" descr="Computer outline">
            <a:extLst>
              <a:ext uri="{FF2B5EF4-FFF2-40B4-BE49-F238E27FC236}">
                <a16:creationId xmlns:a16="http://schemas.microsoft.com/office/drawing/2014/main" id="{4085D519-D94A-8102-431B-F182BF919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43302" y="1221409"/>
            <a:ext cx="914400" cy="914400"/>
          </a:xfrm>
          <a:prstGeom prst="rect">
            <a:avLst/>
          </a:prstGeom>
        </p:spPr>
      </p:pic>
      <p:pic>
        <p:nvPicPr>
          <p:cNvPr id="35" name="Graphic 34" descr="Tablet outline">
            <a:extLst>
              <a:ext uri="{FF2B5EF4-FFF2-40B4-BE49-F238E27FC236}">
                <a16:creationId xmlns:a16="http://schemas.microsoft.com/office/drawing/2014/main" id="{11D85B30-E30A-E17C-1BAD-278EE327C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47106" y="1221409"/>
            <a:ext cx="914400" cy="9144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D588DA-BAE3-02DE-63F5-0E37F6F33837}"/>
              </a:ext>
            </a:extLst>
          </p:cNvPr>
          <p:cNvCxnSpPr>
            <a:cxnSpLocks/>
          </p:cNvCxnSpPr>
          <p:nvPr/>
        </p:nvCxnSpPr>
        <p:spPr>
          <a:xfrm>
            <a:off x="6246191" y="2221416"/>
            <a:ext cx="35543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3285C6-D10D-A327-FA96-D348977B465D}"/>
              </a:ext>
            </a:extLst>
          </p:cNvPr>
          <p:cNvSpPr txBox="1"/>
          <p:nvPr/>
        </p:nvSpPr>
        <p:spPr>
          <a:xfrm>
            <a:off x="6449791" y="939383"/>
            <a:ext cx="98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Mobile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BB2B62-5C7F-DE4E-ABD2-1D08BE578360}"/>
              </a:ext>
            </a:extLst>
          </p:cNvPr>
          <p:cNvSpPr txBox="1"/>
          <p:nvPr/>
        </p:nvSpPr>
        <p:spPr>
          <a:xfrm>
            <a:off x="7803208" y="1077488"/>
            <a:ext cx="105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22BC60-9D5B-3CD4-59DB-42FE51AA62F1}"/>
              </a:ext>
            </a:extLst>
          </p:cNvPr>
          <p:cNvSpPr txBox="1"/>
          <p:nvPr/>
        </p:nvSpPr>
        <p:spPr>
          <a:xfrm>
            <a:off x="9272364" y="1058297"/>
            <a:ext cx="1181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Desktop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31F6A6-20AE-740C-AAEE-A92B42C2E04E}"/>
              </a:ext>
            </a:extLst>
          </p:cNvPr>
          <p:cNvSpPr txBox="1"/>
          <p:nvPr/>
        </p:nvSpPr>
        <p:spPr>
          <a:xfrm>
            <a:off x="9800502" y="1892606"/>
            <a:ext cx="1701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6"/>
                </a:solidFill>
              </a:rPr>
              <a:t>Cross-Device Compatible</a:t>
            </a:r>
          </a:p>
        </p:txBody>
      </p:sp>
      <p:pic>
        <p:nvPicPr>
          <p:cNvPr id="66" name="Graphic 65" descr="Clipboard Checked outline">
            <a:extLst>
              <a:ext uri="{FF2B5EF4-FFF2-40B4-BE49-F238E27FC236}">
                <a16:creationId xmlns:a16="http://schemas.microsoft.com/office/drawing/2014/main" id="{17910481-E280-08C4-86DD-0F6F7423C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15195" y="1757020"/>
            <a:ext cx="914400" cy="914400"/>
          </a:xfrm>
          <a:prstGeom prst="rect">
            <a:avLst/>
          </a:prstGeom>
        </p:spPr>
      </p:pic>
      <p:pic>
        <p:nvPicPr>
          <p:cNvPr id="57" name="Graphic 56" descr="Checkmark with solid fill">
            <a:extLst>
              <a:ext uri="{FF2B5EF4-FFF2-40B4-BE49-F238E27FC236}">
                <a16:creationId xmlns:a16="http://schemas.microsoft.com/office/drawing/2014/main" id="{DFAA6A2C-0555-358A-2500-D1F1F8600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77600" y="1537762"/>
            <a:ext cx="914400" cy="914400"/>
          </a:xfrm>
          <a:prstGeom prst="rect">
            <a:avLst/>
          </a:prstGeom>
        </p:spPr>
      </p:pic>
      <p:pic>
        <p:nvPicPr>
          <p:cNvPr id="68" name="Graphic 67" descr="Group of men outline">
            <a:extLst>
              <a:ext uri="{FF2B5EF4-FFF2-40B4-BE49-F238E27FC236}">
                <a16:creationId xmlns:a16="http://schemas.microsoft.com/office/drawing/2014/main" id="{5C148F7F-E823-C23A-83B2-4A0F71A0E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73043" y="4769941"/>
            <a:ext cx="914400" cy="9144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C27BE884-DF52-2088-5FA5-386523D7B920}"/>
              </a:ext>
            </a:extLst>
          </p:cNvPr>
          <p:cNvSpPr txBox="1"/>
          <p:nvPr/>
        </p:nvSpPr>
        <p:spPr>
          <a:xfrm>
            <a:off x="5940937" y="5568939"/>
            <a:ext cx="1743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Role-Based Access Control</a:t>
            </a:r>
          </a:p>
        </p:txBody>
      </p:sp>
      <p:pic>
        <p:nvPicPr>
          <p:cNvPr id="71" name="Graphic 70" descr="Puzzle outline">
            <a:extLst>
              <a:ext uri="{FF2B5EF4-FFF2-40B4-BE49-F238E27FC236}">
                <a16:creationId xmlns:a16="http://schemas.microsoft.com/office/drawing/2014/main" id="{A7257045-C9CE-8E12-1E51-F6F9C7C77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44508" y="4562993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F08166B6-9CD0-F2AA-3379-4A2491CF8CB3}"/>
              </a:ext>
            </a:extLst>
          </p:cNvPr>
          <p:cNvSpPr txBox="1"/>
          <p:nvPr/>
        </p:nvSpPr>
        <p:spPr>
          <a:xfrm>
            <a:off x="8477233" y="5120520"/>
            <a:ext cx="1647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Multi-Factor Authentication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06C330-8FCD-13F7-4592-963C0F94ECC5}"/>
              </a:ext>
            </a:extLst>
          </p:cNvPr>
          <p:cNvSpPr txBox="1"/>
          <p:nvPr/>
        </p:nvSpPr>
        <p:spPr>
          <a:xfrm rot="18924296">
            <a:off x="7902967" y="4419968"/>
            <a:ext cx="1647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API</a:t>
            </a:r>
          </a:p>
        </p:txBody>
      </p:sp>
      <p:pic>
        <p:nvPicPr>
          <p:cNvPr id="75" name="Graphic 74" descr="Vlog outline">
            <a:extLst>
              <a:ext uri="{FF2B5EF4-FFF2-40B4-BE49-F238E27FC236}">
                <a16:creationId xmlns:a16="http://schemas.microsoft.com/office/drawing/2014/main" id="{A737A319-9C62-E758-8C3D-59C7DF343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96355" y="3489739"/>
            <a:ext cx="914400" cy="9144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7D90FED-381B-6FFA-945B-16988DEDC34B}"/>
              </a:ext>
            </a:extLst>
          </p:cNvPr>
          <p:cNvSpPr txBox="1"/>
          <p:nvPr/>
        </p:nvSpPr>
        <p:spPr>
          <a:xfrm>
            <a:off x="10124661" y="4235302"/>
            <a:ext cx="133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Encryption</a:t>
            </a:r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94E64125-2160-F055-DCEE-6CDD65AA00EA}"/>
              </a:ext>
            </a:extLst>
          </p:cNvPr>
          <p:cNvCxnSpPr>
            <a:cxnSpLocks/>
          </p:cNvCxnSpPr>
          <p:nvPr/>
        </p:nvCxnSpPr>
        <p:spPr>
          <a:xfrm rot="5400000">
            <a:off x="7175317" y="4165445"/>
            <a:ext cx="979157" cy="790337"/>
          </a:xfrm>
          <a:prstGeom prst="curvedConnector3">
            <a:avLst>
              <a:gd name="adj1" fmla="val 432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E49C2925-5A26-630B-5847-1EA64192475C}"/>
              </a:ext>
            </a:extLst>
          </p:cNvPr>
          <p:cNvCxnSpPr/>
          <p:nvPr/>
        </p:nvCxnSpPr>
        <p:spPr>
          <a:xfrm rot="16200000" flipH="1">
            <a:off x="8541803" y="4207901"/>
            <a:ext cx="983979" cy="74037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0527CE23-71D3-5FFC-67B2-44BE81FEB28D}"/>
              </a:ext>
            </a:extLst>
          </p:cNvPr>
          <p:cNvCxnSpPr>
            <a:cxnSpLocks/>
          </p:cNvCxnSpPr>
          <p:nvPr/>
        </p:nvCxnSpPr>
        <p:spPr>
          <a:xfrm>
            <a:off x="9577708" y="3009171"/>
            <a:ext cx="707189" cy="5335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082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Smith</dc:creator>
  <cp:lastModifiedBy>Aaron Smith</cp:lastModifiedBy>
  <cp:revision>15</cp:revision>
  <dcterms:created xsi:type="dcterms:W3CDTF">2026-04-02T03:59:50Z</dcterms:created>
  <dcterms:modified xsi:type="dcterms:W3CDTF">2026-04-02T06:24:30Z</dcterms:modified>
</cp:coreProperties>
</file>