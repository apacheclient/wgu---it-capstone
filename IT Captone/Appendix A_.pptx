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94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3DF4-E78A-DB40-038F-F428AF4C81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A34DF-C6C7-AD55-C3B7-ABA0A72C9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53778-4E73-E3D2-4D94-FBC83C80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5F7E-D300-4A49-13D0-30FD2062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D1E8C-BACC-60DD-058A-F5C8A22F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5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9FD8-E202-7827-43BE-1C3A91C4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65B7D-3234-A80C-D7F1-6817D0ACF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642A0-178D-26F7-6D33-07491EEE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0290E-357F-6B8F-2CF6-F8725C1D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AE5B9-E76C-9BA3-4A8D-70A4189F7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9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E7A1-4D24-0557-41B2-1F43D39F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45C94-6B18-0224-9F86-E0C98C87C8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3D056-CAF3-CCBF-967D-1D73C101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0C50B-10AB-81AD-7B31-24EE1B5B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A1007-19A1-42E0-B4D3-1D816EE5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3E63-E547-64FF-B7F7-4B16B0275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5D804-0CDD-2473-8E9A-746CAD610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0C9FA-04B0-98FF-19BF-8C89D8A8F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448C9-C04E-253A-F09E-3DCEFB5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1BB62-210E-1AFC-1379-606FA97E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45966-C9A8-90EE-773A-2CD68901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65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9E24-9181-F6ED-A9BD-7C8A0B06A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7813B-BEFD-C940-7D16-9ED581A17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C4234-E184-9D8E-9EA3-F270A9E53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3ACAF-C568-1C42-E1AD-266C56D04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652D8-A227-AB53-DCA7-98E518B31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BDBE7-510E-3BA5-4837-A1866D58B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2171EB-553F-57C3-FC5B-2BFB2EE9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D26B08-2621-D167-A682-A21E4DB2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82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922E-A404-9407-962C-A8B799BC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AC15E4-3DD6-83A6-70F6-EC05ECA58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3B31F-A3E7-3649-577C-09AB4C74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9CDE7-1743-FC43-0873-840A2E3C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6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4EBEE-310E-497D-B1F0-BFA271EEF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5A414-B796-A621-C3FA-65D25F18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7E0B-B3CD-A10A-56D6-B3F8C1A0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03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09EF-AC74-ECDD-3197-B025F3EA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8140B-ADE7-F47C-8231-0156AE1E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4EB449-48C4-FF7C-332E-44A891E4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F976-89CB-7ECD-4B0F-8F6FAE7B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E5A63-D355-D047-3B71-C7F32D55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E4D2D-664A-B609-5A70-FCCF90F8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35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5158-DA10-87AD-08D1-0E846062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DBC0E-8FA6-0D5E-D5E6-87559ADAA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A41C3-D996-DF37-A70D-514612E10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6BF9F-C08C-CBDD-FF5B-D63E9C3BB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33E1-CBFB-DD36-6D0C-628011182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3F60C-8695-ACE2-1D88-B2FE090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9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5CBE2-A823-E6AA-F3BD-29589B45E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16E700-5EC6-05B3-DD89-C1E0714CB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B9834-31D5-1E0E-C7C4-49DB6B56F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A38EB-2748-9ADD-0DDB-A1745859B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75F0A-DCFC-DB73-0861-84913D52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4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11614-2F45-6AE9-2D06-899B477A0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17DA9-D017-5ED5-3715-F424BA08F9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21D01-2144-6924-54DE-8047C71A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C5E1F-CF92-AE34-F5D0-849253D1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6188E-4D75-1393-B237-269A89CCF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FBF53-902E-5D47-7AF4-65C58841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26D5-EE81-A9AA-AAC2-087F82150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5C2E9-B1D3-AB84-5EE2-7E33B8E867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C3A34-A714-4446-B5E8-D5AD304EDADB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1A28B-9090-DD81-0CB7-7E131122A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71AF7-4EB6-C7AE-5C73-1A5563F1D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261F1-A167-4A49-A1EC-08DBDCC67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3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C28963-78C2-7CA7-33AA-98B95EE5AF71}"/>
              </a:ext>
            </a:extLst>
          </p:cNvPr>
          <p:cNvSpPr/>
          <p:nvPr/>
        </p:nvSpPr>
        <p:spPr>
          <a:xfrm>
            <a:off x="1130968" y="1138988"/>
            <a:ext cx="9930064" cy="4608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C67C9-E2F0-3F40-4711-0549EBB9FBFA}"/>
              </a:ext>
            </a:extLst>
          </p:cNvPr>
          <p:cNvSpPr/>
          <p:nvPr/>
        </p:nvSpPr>
        <p:spPr>
          <a:xfrm>
            <a:off x="1130968" y="1628275"/>
            <a:ext cx="2005263" cy="4090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E7D28C-2FF9-DF2F-B997-30E7FD76D67A}"/>
              </a:ext>
            </a:extLst>
          </p:cNvPr>
          <p:cNvSpPr/>
          <p:nvPr/>
        </p:nvSpPr>
        <p:spPr>
          <a:xfrm>
            <a:off x="3136231" y="1628275"/>
            <a:ext cx="7924801" cy="4090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Shopping cart with solid fill">
            <a:extLst>
              <a:ext uri="{FF2B5EF4-FFF2-40B4-BE49-F238E27FC236}">
                <a16:creationId xmlns:a16="http://schemas.microsoft.com/office/drawing/2014/main" id="{674892DE-EC32-9CBC-9FED-1B8ED7EF9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5609" y="1138988"/>
            <a:ext cx="505327" cy="505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B04480-137E-C275-1A1A-1C14268733E5}"/>
              </a:ext>
            </a:extLst>
          </p:cNvPr>
          <p:cNvSpPr txBox="1"/>
          <p:nvPr/>
        </p:nvSpPr>
        <p:spPr>
          <a:xfrm>
            <a:off x="1880936" y="1206985"/>
            <a:ext cx="165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Texas Grocers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5C3337-ACD2-4E9D-9460-545150A242B8}"/>
              </a:ext>
            </a:extLst>
          </p:cNvPr>
          <p:cNvSpPr txBox="1"/>
          <p:nvPr/>
        </p:nvSpPr>
        <p:spPr>
          <a:xfrm>
            <a:off x="8781046" y="1206985"/>
            <a:ext cx="2907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Login/Logout</a:t>
            </a:r>
          </a:p>
        </p:txBody>
      </p:sp>
      <p:pic>
        <p:nvPicPr>
          <p:cNvPr id="15" name="Graphic 14" descr="Wave Gesture with solid fill">
            <a:extLst>
              <a:ext uri="{FF2B5EF4-FFF2-40B4-BE49-F238E27FC236}">
                <a16:creationId xmlns:a16="http://schemas.microsoft.com/office/drawing/2014/main" id="{467FFC73-8634-B225-ECB1-77D04F71CE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5390" y="-1389740"/>
            <a:ext cx="618215" cy="437330"/>
          </a:xfrm>
          <a:prstGeom prst="rect">
            <a:avLst/>
          </a:prstGeom>
        </p:spPr>
      </p:pic>
      <p:pic>
        <p:nvPicPr>
          <p:cNvPr id="17" name="Graphic 16" descr="Wave Gesture with solid fill">
            <a:extLst>
              <a:ext uri="{FF2B5EF4-FFF2-40B4-BE49-F238E27FC236}">
                <a16:creationId xmlns:a16="http://schemas.microsoft.com/office/drawing/2014/main" id="{F28D5624-38CA-D6B6-9C03-494633F2C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9191" y="1163051"/>
            <a:ext cx="457200" cy="4572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E59A61-EC8C-3867-8FC3-E6EEAB810FFE}"/>
              </a:ext>
            </a:extLst>
          </p:cNvPr>
          <p:cNvSpPr txBox="1"/>
          <p:nvPr/>
        </p:nvSpPr>
        <p:spPr>
          <a:xfrm>
            <a:off x="1375609" y="1696273"/>
            <a:ext cx="162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D0FEF1-B11C-4026-D386-BEFA2280F87F}"/>
              </a:ext>
            </a:extLst>
          </p:cNvPr>
          <p:cNvCxnSpPr>
            <a:cxnSpLocks/>
          </p:cNvCxnSpPr>
          <p:nvPr/>
        </p:nvCxnSpPr>
        <p:spPr>
          <a:xfrm>
            <a:off x="1321466" y="2065605"/>
            <a:ext cx="16242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DC61C06-C94B-1084-CE45-8F268D15137E}"/>
              </a:ext>
            </a:extLst>
          </p:cNvPr>
          <p:cNvSpPr txBox="1"/>
          <p:nvPr/>
        </p:nvSpPr>
        <p:spPr>
          <a:xfrm>
            <a:off x="1375610" y="2114739"/>
            <a:ext cx="17606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Schedule..</a:t>
            </a:r>
          </a:p>
          <a:p>
            <a:endParaRPr lang="en-US" sz="1600" dirty="0"/>
          </a:p>
          <a:p>
            <a:r>
              <a:rPr lang="en-US" sz="1600" dirty="0"/>
              <a:t>Inventory Management..</a:t>
            </a:r>
          </a:p>
          <a:p>
            <a:endParaRPr lang="en-US" sz="1600" dirty="0"/>
          </a:p>
          <a:p>
            <a:r>
              <a:rPr lang="en-US" sz="1600" dirty="0"/>
              <a:t>Training &amp; Career..</a:t>
            </a:r>
          </a:p>
          <a:p>
            <a:endParaRPr lang="en-US" sz="1600" dirty="0"/>
          </a:p>
          <a:p>
            <a:r>
              <a:rPr lang="en-US" sz="1600" dirty="0"/>
              <a:t>Communications &amp; Messages..</a:t>
            </a:r>
          </a:p>
          <a:p>
            <a:endParaRPr lang="en-US" sz="1600" dirty="0"/>
          </a:p>
          <a:p>
            <a:r>
              <a:rPr lang="en-US" sz="1600" dirty="0"/>
              <a:t>HR Related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24579-031C-3682-862F-0EC14F0A37FE}"/>
              </a:ext>
            </a:extLst>
          </p:cNvPr>
          <p:cNvSpPr txBox="1"/>
          <p:nvPr/>
        </p:nvSpPr>
        <p:spPr>
          <a:xfrm>
            <a:off x="3330742" y="1696273"/>
            <a:ext cx="1740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Home Menu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8B70C9-8372-C9E0-DD9A-6256A4343991}"/>
              </a:ext>
            </a:extLst>
          </p:cNvPr>
          <p:cNvSpPr/>
          <p:nvPr/>
        </p:nvSpPr>
        <p:spPr>
          <a:xfrm>
            <a:off x="3272588" y="2145999"/>
            <a:ext cx="1740568" cy="34368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CDC295-1C37-7B59-BDFE-9E485413DF8F}"/>
              </a:ext>
            </a:extLst>
          </p:cNvPr>
          <p:cNvSpPr txBox="1"/>
          <p:nvPr/>
        </p:nvSpPr>
        <p:spPr>
          <a:xfrm>
            <a:off x="3380873" y="2145999"/>
            <a:ext cx="1515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Today’s Schedule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190D01-E47C-A152-B0D2-97D5F1B40E57}"/>
              </a:ext>
            </a:extLst>
          </p:cNvPr>
          <p:cNvSpPr txBox="1"/>
          <p:nvPr/>
        </p:nvSpPr>
        <p:spPr>
          <a:xfrm>
            <a:off x="3537282" y="2622570"/>
            <a:ext cx="15159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Date/Shift</a:t>
            </a:r>
          </a:p>
          <a:p>
            <a:endParaRPr lang="en-US" sz="1400" dirty="0"/>
          </a:p>
          <a:p>
            <a:r>
              <a:rPr lang="en-US" sz="1400" dirty="0"/>
              <a:t>Date/Shift</a:t>
            </a:r>
          </a:p>
          <a:p>
            <a:endParaRPr lang="en-US" sz="1400" dirty="0"/>
          </a:p>
          <a:p>
            <a:r>
              <a:rPr lang="en-US" sz="1400" dirty="0"/>
              <a:t>Date/Shift</a:t>
            </a:r>
          </a:p>
          <a:p>
            <a:endParaRPr lang="en-US" sz="1400" dirty="0"/>
          </a:p>
          <a:p>
            <a:r>
              <a:rPr lang="en-US" sz="1400" dirty="0"/>
              <a:t>Date/Shift</a:t>
            </a:r>
          </a:p>
          <a:p>
            <a:endParaRPr lang="en-US" sz="1400" dirty="0"/>
          </a:p>
          <a:p>
            <a:r>
              <a:rPr lang="en-US" sz="1400" dirty="0"/>
              <a:t>Date/Shift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8D12452-13CD-CF3F-39CA-9318464D91FD}"/>
              </a:ext>
            </a:extLst>
          </p:cNvPr>
          <p:cNvCxnSpPr/>
          <p:nvPr/>
        </p:nvCxnSpPr>
        <p:spPr>
          <a:xfrm>
            <a:off x="3515225" y="2469152"/>
            <a:ext cx="12472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F13F71-2C9A-1C81-425D-343387528629}"/>
              </a:ext>
            </a:extLst>
          </p:cNvPr>
          <p:cNvSpPr/>
          <p:nvPr/>
        </p:nvSpPr>
        <p:spPr>
          <a:xfrm>
            <a:off x="5468353" y="2145999"/>
            <a:ext cx="2616274" cy="15116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672FB49-8F2D-355A-8C07-145E9B871369}"/>
              </a:ext>
            </a:extLst>
          </p:cNvPr>
          <p:cNvSpPr/>
          <p:nvPr/>
        </p:nvSpPr>
        <p:spPr>
          <a:xfrm>
            <a:off x="5465640" y="4071237"/>
            <a:ext cx="2616274" cy="15116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52B4F94-4F11-7E14-F6CF-5946600D1964}"/>
              </a:ext>
            </a:extLst>
          </p:cNvPr>
          <p:cNvSpPr/>
          <p:nvPr/>
        </p:nvSpPr>
        <p:spPr>
          <a:xfrm>
            <a:off x="8618623" y="2117927"/>
            <a:ext cx="1792700" cy="34368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86D3B6-0805-E403-3DE5-D19358BE05AB}"/>
              </a:ext>
            </a:extLst>
          </p:cNvPr>
          <p:cNvSpPr txBox="1"/>
          <p:nvPr/>
        </p:nvSpPr>
        <p:spPr>
          <a:xfrm>
            <a:off x="5510873" y="2145999"/>
            <a:ext cx="1925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Quick Inventory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EA273B-E7A4-0198-D9B9-CC5FBA25A15B}"/>
              </a:ext>
            </a:extLst>
          </p:cNvPr>
          <p:cNvCxnSpPr/>
          <p:nvPr/>
        </p:nvCxnSpPr>
        <p:spPr>
          <a:xfrm>
            <a:off x="5646821" y="2453776"/>
            <a:ext cx="14518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2A420D5-27A5-9180-B318-27E957AAF2C4}"/>
              </a:ext>
            </a:extLst>
          </p:cNvPr>
          <p:cNvSpPr txBox="1"/>
          <p:nvPr/>
        </p:nvSpPr>
        <p:spPr>
          <a:xfrm>
            <a:off x="5630779" y="2460449"/>
            <a:ext cx="2213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Item   Cur. Stock     Location</a:t>
            </a:r>
          </a:p>
          <a:p>
            <a:r>
              <a:rPr lang="en-US" sz="1200" dirty="0"/>
              <a:t>…           …	           …</a:t>
            </a:r>
          </a:p>
          <a:p>
            <a:r>
              <a:rPr lang="en-US" sz="1200" dirty="0"/>
              <a:t>…           ...	           …</a:t>
            </a:r>
          </a:p>
          <a:p>
            <a:r>
              <a:rPr lang="en-US" sz="1200" dirty="0"/>
              <a:t>…            …                    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42E8F7-3C06-242B-2264-7CFDD5C00F09}"/>
              </a:ext>
            </a:extLst>
          </p:cNvPr>
          <p:cNvSpPr txBox="1"/>
          <p:nvPr/>
        </p:nvSpPr>
        <p:spPr>
          <a:xfrm>
            <a:off x="5547152" y="4071237"/>
            <a:ext cx="2322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Work Announcements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ED31C0-1AF8-BA34-2A0F-13026F35A94C}"/>
              </a:ext>
            </a:extLst>
          </p:cNvPr>
          <p:cNvCxnSpPr/>
          <p:nvPr/>
        </p:nvCxnSpPr>
        <p:spPr>
          <a:xfrm>
            <a:off x="5646821" y="4409791"/>
            <a:ext cx="17891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EAFBF6C-DE18-68ED-7A5D-AD46FE2C7F39}"/>
              </a:ext>
            </a:extLst>
          </p:cNvPr>
          <p:cNvSpPr txBox="1"/>
          <p:nvPr/>
        </p:nvSpPr>
        <p:spPr>
          <a:xfrm>
            <a:off x="5549865" y="4442315"/>
            <a:ext cx="2616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*Announcement here*</a:t>
            </a:r>
          </a:p>
          <a:p>
            <a:r>
              <a:rPr lang="en-US" i="1" dirty="0"/>
              <a:t>*Announcement here*</a:t>
            </a:r>
          </a:p>
          <a:p>
            <a:r>
              <a:rPr lang="en-US" i="1" dirty="0"/>
              <a:t>*Announcement here*</a:t>
            </a:r>
          </a:p>
          <a:p>
            <a:endParaRPr lang="en-US" i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435123-DA9E-8F5F-14C7-663AE35131C3}"/>
              </a:ext>
            </a:extLst>
          </p:cNvPr>
          <p:cNvCxnSpPr/>
          <p:nvPr/>
        </p:nvCxnSpPr>
        <p:spPr>
          <a:xfrm>
            <a:off x="1469857" y="2453776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F5C01F7-5BAC-7F55-779E-A254371A895A}"/>
              </a:ext>
            </a:extLst>
          </p:cNvPr>
          <p:cNvCxnSpPr/>
          <p:nvPr/>
        </p:nvCxnSpPr>
        <p:spPr>
          <a:xfrm>
            <a:off x="1469856" y="3135566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9DF7E2C-6E08-21AC-1567-9FCAE6D77BC1}"/>
              </a:ext>
            </a:extLst>
          </p:cNvPr>
          <p:cNvCxnSpPr/>
          <p:nvPr/>
        </p:nvCxnSpPr>
        <p:spPr>
          <a:xfrm>
            <a:off x="1469855" y="3864417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07139BC-5429-BD1D-3CB9-F6E3083865E7}"/>
              </a:ext>
            </a:extLst>
          </p:cNvPr>
          <p:cNvCxnSpPr/>
          <p:nvPr/>
        </p:nvCxnSpPr>
        <p:spPr>
          <a:xfrm>
            <a:off x="1469854" y="4653895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56C522A-5B70-C20E-9647-CDC5715CF529}"/>
              </a:ext>
            </a:extLst>
          </p:cNvPr>
          <p:cNvSpPr txBox="1"/>
          <p:nvPr/>
        </p:nvSpPr>
        <p:spPr>
          <a:xfrm>
            <a:off x="8732329" y="2145999"/>
            <a:ext cx="1417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Training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054907-0AE0-F399-684A-EA6168845379}"/>
              </a:ext>
            </a:extLst>
          </p:cNvPr>
          <p:cNvCxnSpPr>
            <a:cxnSpLocks/>
          </p:cNvCxnSpPr>
          <p:nvPr/>
        </p:nvCxnSpPr>
        <p:spPr>
          <a:xfrm>
            <a:off x="8781046" y="2453776"/>
            <a:ext cx="892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64752B2-2326-EEF4-5824-063087CC2245}"/>
              </a:ext>
            </a:extLst>
          </p:cNvPr>
          <p:cNvSpPr txBox="1"/>
          <p:nvPr/>
        </p:nvSpPr>
        <p:spPr>
          <a:xfrm>
            <a:off x="8655362" y="2492577"/>
            <a:ext cx="17546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*</a:t>
            </a:r>
            <a:r>
              <a:rPr lang="en-US" sz="1400" i="1" dirty="0"/>
              <a:t>Required Training*</a:t>
            </a:r>
          </a:p>
          <a:p>
            <a:r>
              <a:rPr lang="en-US" sz="1400" i="1" dirty="0"/>
              <a:t>*Required Training*</a:t>
            </a:r>
          </a:p>
          <a:p>
            <a:r>
              <a:rPr lang="en-US" sz="1400" i="1" dirty="0"/>
              <a:t>*Required Training*</a:t>
            </a:r>
          </a:p>
          <a:p>
            <a:r>
              <a:rPr lang="en-US" sz="1400" i="1" dirty="0"/>
              <a:t>*Required Training*</a:t>
            </a:r>
          </a:p>
          <a:p>
            <a:r>
              <a:rPr lang="en-US" sz="1400" i="1" dirty="0"/>
              <a:t>*Required Training*</a:t>
            </a:r>
          </a:p>
          <a:p>
            <a:endParaRPr lang="en-US" sz="1400" i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2E2B8D4-B0B5-1229-8C4E-9F06B3BDE4B3}"/>
              </a:ext>
            </a:extLst>
          </p:cNvPr>
          <p:cNvCxnSpPr>
            <a:cxnSpLocks/>
          </p:cNvCxnSpPr>
          <p:nvPr/>
        </p:nvCxnSpPr>
        <p:spPr>
          <a:xfrm flipH="1">
            <a:off x="994611" y="662295"/>
            <a:ext cx="5514" cy="34089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E2D8C7-A9E3-3558-7F73-FC963DD75896}"/>
              </a:ext>
            </a:extLst>
          </p:cNvPr>
          <p:cNvSpPr txBox="1"/>
          <p:nvPr/>
        </p:nvSpPr>
        <p:spPr>
          <a:xfrm>
            <a:off x="994611" y="660146"/>
            <a:ext cx="1011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Centralized and Responsive – RBAC Policies for signed in associates. Accessible.  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243D81F-6AF8-8B79-B014-7AB4C7BE5D92}"/>
              </a:ext>
            </a:extLst>
          </p:cNvPr>
          <p:cNvCxnSpPr/>
          <p:nvPr/>
        </p:nvCxnSpPr>
        <p:spPr>
          <a:xfrm>
            <a:off x="1483890" y="5161727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0F690C8-D8FA-0091-C3AB-F5E625E3C9A6}"/>
              </a:ext>
            </a:extLst>
          </p:cNvPr>
          <p:cNvCxnSpPr>
            <a:cxnSpLocks/>
          </p:cNvCxnSpPr>
          <p:nvPr/>
        </p:nvCxnSpPr>
        <p:spPr>
          <a:xfrm>
            <a:off x="980318" y="5092064"/>
            <a:ext cx="800359" cy="11414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D207E62-26B0-029C-8790-2B594C8B9F02}"/>
              </a:ext>
            </a:extLst>
          </p:cNvPr>
          <p:cNvSpPr txBox="1"/>
          <p:nvPr/>
        </p:nvSpPr>
        <p:spPr>
          <a:xfrm>
            <a:off x="1764628" y="5952249"/>
            <a:ext cx="713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Responsive – Cross-Device Compatible ( Desktop/Mobile/Tablet)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DBFC811-8D1B-FBB8-21FE-169C8E8824BD}"/>
              </a:ext>
            </a:extLst>
          </p:cNvPr>
          <p:cNvCxnSpPr>
            <a:cxnSpLocks/>
          </p:cNvCxnSpPr>
          <p:nvPr/>
        </p:nvCxnSpPr>
        <p:spPr>
          <a:xfrm flipH="1">
            <a:off x="8171857" y="5884590"/>
            <a:ext cx="637546" cy="61913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908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A64A65-27C2-9D36-6A4F-24DDCD0826B1}"/>
              </a:ext>
            </a:extLst>
          </p:cNvPr>
          <p:cNvSpPr/>
          <p:nvPr/>
        </p:nvSpPr>
        <p:spPr>
          <a:xfrm rot="3955788">
            <a:off x="4474929" y="-3057"/>
            <a:ext cx="3898232" cy="62885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AF8355-484D-24BE-D92C-8DAD0788A34C}"/>
              </a:ext>
            </a:extLst>
          </p:cNvPr>
          <p:cNvSpPr/>
          <p:nvPr/>
        </p:nvSpPr>
        <p:spPr>
          <a:xfrm>
            <a:off x="1375609" y="284747"/>
            <a:ext cx="3898232" cy="62885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Shopping cart with solid fill">
            <a:extLst>
              <a:ext uri="{FF2B5EF4-FFF2-40B4-BE49-F238E27FC236}">
                <a16:creationId xmlns:a16="http://schemas.microsoft.com/office/drawing/2014/main" id="{8AC2B3F8-24E6-8F6E-C6B9-9F81B77CD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0040" y="481263"/>
            <a:ext cx="437148" cy="437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913E77-EA3F-6179-BEF9-91B627335380}"/>
              </a:ext>
            </a:extLst>
          </p:cNvPr>
          <p:cNvSpPr txBox="1"/>
          <p:nvPr/>
        </p:nvSpPr>
        <p:spPr>
          <a:xfrm>
            <a:off x="1977188" y="515171"/>
            <a:ext cx="4118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Texas Grocers	Login/Logout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4B8C88-9AC3-D967-0FEE-B7328027E57F}"/>
              </a:ext>
            </a:extLst>
          </p:cNvPr>
          <p:cNvCxnSpPr>
            <a:cxnSpLocks/>
          </p:cNvCxnSpPr>
          <p:nvPr/>
        </p:nvCxnSpPr>
        <p:spPr>
          <a:xfrm>
            <a:off x="1645317" y="886690"/>
            <a:ext cx="33588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F27D8E68-95EA-1CB1-0C5B-5DFAEE41C1FC}"/>
              </a:ext>
            </a:extLst>
          </p:cNvPr>
          <p:cNvSpPr/>
          <p:nvPr/>
        </p:nvSpPr>
        <p:spPr>
          <a:xfrm rot="10800000">
            <a:off x="1375609" y="952319"/>
            <a:ext cx="2442411" cy="5424418"/>
          </a:xfrm>
          <a:prstGeom prst="round2Same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752D53-E73E-1AF4-4DDD-7376FE37F88D}"/>
              </a:ext>
            </a:extLst>
          </p:cNvPr>
          <p:cNvSpPr txBox="1"/>
          <p:nvPr/>
        </p:nvSpPr>
        <p:spPr>
          <a:xfrm>
            <a:off x="1540040" y="1182743"/>
            <a:ext cx="162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C441AF-3FEE-040D-5172-2819C60B22E6}"/>
              </a:ext>
            </a:extLst>
          </p:cNvPr>
          <p:cNvSpPr txBox="1"/>
          <p:nvPr/>
        </p:nvSpPr>
        <p:spPr>
          <a:xfrm>
            <a:off x="1758614" y="1617703"/>
            <a:ext cx="17606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Schedule..</a:t>
            </a:r>
          </a:p>
          <a:p>
            <a:endParaRPr lang="en-US" sz="1600" dirty="0"/>
          </a:p>
          <a:p>
            <a:r>
              <a:rPr lang="en-US" sz="1600" dirty="0"/>
              <a:t>Inventory Management..</a:t>
            </a:r>
          </a:p>
          <a:p>
            <a:endParaRPr lang="en-US" sz="1600" dirty="0"/>
          </a:p>
          <a:p>
            <a:r>
              <a:rPr lang="en-US" sz="1600" dirty="0"/>
              <a:t>Training &amp; Career..</a:t>
            </a:r>
          </a:p>
          <a:p>
            <a:endParaRPr lang="en-US" sz="1600" dirty="0"/>
          </a:p>
          <a:p>
            <a:r>
              <a:rPr lang="en-US" sz="1600" dirty="0"/>
              <a:t>Communications &amp; Messages..</a:t>
            </a:r>
          </a:p>
          <a:p>
            <a:endParaRPr lang="en-US" sz="1600" dirty="0"/>
          </a:p>
          <a:p>
            <a:r>
              <a:rPr lang="en-US" sz="1600" dirty="0"/>
              <a:t>HR Related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D95371-FF31-AC2E-7F67-01F456D7123F}"/>
              </a:ext>
            </a:extLst>
          </p:cNvPr>
          <p:cNvCxnSpPr/>
          <p:nvPr/>
        </p:nvCxnSpPr>
        <p:spPr>
          <a:xfrm>
            <a:off x="1698456" y="1519325"/>
            <a:ext cx="10427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2EF20-40A8-794C-33DC-1EB0BE58BF10}"/>
              </a:ext>
            </a:extLst>
          </p:cNvPr>
          <p:cNvCxnSpPr>
            <a:cxnSpLocks/>
          </p:cNvCxnSpPr>
          <p:nvPr/>
        </p:nvCxnSpPr>
        <p:spPr>
          <a:xfrm>
            <a:off x="1850856" y="1944441"/>
            <a:ext cx="8903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9F67778-4BAA-3DF5-3F0B-526B845E1629}"/>
              </a:ext>
            </a:extLst>
          </p:cNvPr>
          <p:cNvCxnSpPr>
            <a:cxnSpLocks/>
          </p:cNvCxnSpPr>
          <p:nvPr/>
        </p:nvCxnSpPr>
        <p:spPr>
          <a:xfrm>
            <a:off x="1850856" y="2658314"/>
            <a:ext cx="8903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6C961A-F743-5778-B196-44D27E3A012C}"/>
              </a:ext>
            </a:extLst>
          </p:cNvPr>
          <p:cNvCxnSpPr>
            <a:cxnSpLocks/>
          </p:cNvCxnSpPr>
          <p:nvPr/>
        </p:nvCxnSpPr>
        <p:spPr>
          <a:xfrm>
            <a:off x="1850856" y="3429000"/>
            <a:ext cx="8903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564607-5BD3-B562-A1F7-DAFC848C5148}"/>
              </a:ext>
            </a:extLst>
          </p:cNvPr>
          <p:cNvCxnSpPr>
            <a:cxnSpLocks/>
          </p:cNvCxnSpPr>
          <p:nvPr/>
        </p:nvCxnSpPr>
        <p:spPr>
          <a:xfrm>
            <a:off x="1850856" y="4174293"/>
            <a:ext cx="8903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CBB45E-C00F-DF7E-17B1-283BB2E4DFF4}"/>
              </a:ext>
            </a:extLst>
          </p:cNvPr>
          <p:cNvCxnSpPr>
            <a:cxnSpLocks/>
          </p:cNvCxnSpPr>
          <p:nvPr/>
        </p:nvCxnSpPr>
        <p:spPr>
          <a:xfrm>
            <a:off x="1850856" y="4660016"/>
            <a:ext cx="8903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416FA4-4D2F-CBD0-73CA-88B558DF1184}"/>
              </a:ext>
            </a:extLst>
          </p:cNvPr>
          <p:cNvCxnSpPr/>
          <p:nvPr/>
        </p:nvCxnSpPr>
        <p:spPr>
          <a:xfrm>
            <a:off x="1698456" y="4660016"/>
            <a:ext cx="0" cy="10830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DA32C65-88A2-0DB2-C2AF-4A761291A79F}"/>
              </a:ext>
            </a:extLst>
          </p:cNvPr>
          <p:cNvSpPr txBox="1"/>
          <p:nvPr/>
        </p:nvSpPr>
        <p:spPr>
          <a:xfrm>
            <a:off x="1681411" y="5066044"/>
            <a:ext cx="7138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Future Extensions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C1EC4C-78B0-40F3-3787-53C5EF48C3B2}"/>
              </a:ext>
            </a:extLst>
          </p:cNvPr>
          <p:cNvCxnSpPr>
            <a:cxnSpLocks/>
          </p:cNvCxnSpPr>
          <p:nvPr/>
        </p:nvCxnSpPr>
        <p:spPr>
          <a:xfrm>
            <a:off x="3481133" y="1617703"/>
            <a:ext cx="517359" cy="805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D565B37-765C-5DBD-70F3-ED0D2599077A}"/>
              </a:ext>
            </a:extLst>
          </p:cNvPr>
          <p:cNvSpPr txBox="1"/>
          <p:nvPr/>
        </p:nvSpPr>
        <p:spPr>
          <a:xfrm>
            <a:off x="3998492" y="1911588"/>
            <a:ext cx="12242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accent6">
                    <a:lumMod val="75000"/>
                  </a:schemeClr>
                </a:solidFill>
              </a:rPr>
              <a:t>Tapped extensions will display here, information from the hyperlinks, allowing you to minimize the widget by tapping hand icon to continue to work, keeping centralized and responsive, straight forward app</a:t>
            </a:r>
          </a:p>
        </p:txBody>
      </p:sp>
      <p:pic>
        <p:nvPicPr>
          <p:cNvPr id="28" name="Graphic 27" descr="Wave Gesture with solid fill">
            <a:extLst>
              <a:ext uri="{FF2B5EF4-FFF2-40B4-BE49-F238E27FC236}">
                <a16:creationId xmlns:a16="http://schemas.microsoft.com/office/drawing/2014/main" id="{654B5E11-4E25-57AC-6F78-08FE95923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64305" y="1064119"/>
            <a:ext cx="457200" cy="457200"/>
          </a:xfrm>
          <a:prstGeom prst="rect">
            <a:avLst/>
          </a:prstGeom>
        </p:spPr>
      </p:pic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6E9F35-017A-5459-EA8A-00E6909B9100}"/>
              </a:ext>
            </a:extLst>
          </p:cNvPr>
          <p:cNvCxnSpPr>
            <a:cxnSpLocks/>
          </p:cNvCxnSpPr>
          <p:nvPr/>
        </p:nvCxnSpPr>
        <p:spPr>
          <a:xfrm>
            <a:off x="4721387" y="951635"/>
            <a:ext cx="1175087" cy="8917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8404B23-637A-82FF-95D9-354C5DC72E8C}"/>
              </a:ext>
            </a:extLst>
          </p:cNvPr>
          <p:cNvSpPr txBox="1"/>
          <p:nvPr/>
        </p:nvSpPr>
        <p:spPr>
          <a:xfrm>
            <a:off x="5454313" y="1838594"/>
            <a:ext cx="40129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chemeClr val="accent6">
                    <a:lumMod val="75000"/>
                  </a:schemeClr>
                </a:solidFill>
              </a:rPr>
              <a:t>Application will automatically flip to the desktop view on tablets and match their resolutions</a:t>
            </a:r>
          </a:p>
          <a:p>
            <a:endParaRPr lang="en-US" sz="1400" u="sng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400" u="sng" dirty="0">
                <a:solidFill>
                  <a:schemeClr val="accent6">
                    <a:lumMod val="75000"/>
                  </a:schemeClr>
                </a:solidFill>
              </a:rPr>
              <a:t>*Note that mobile devices can only stay on their vertical format*</a:t>
            </a:r>
          </a:p>
        </p:txBody>
      </p:sp>
    </p:spTree>
    <p:extLst>
      <p:ext uri="{BB962C8B-B14F-4D97-AF65-F5344CB8AC3E}">
        <p14:creationId xmlns:p14="http://schemas.microsoft.com/office/powerpoint/2010/main" val="328567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204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Smith</dc:creator>
  <cp:lastModifiedBy>Aaron Smith</cp:lastModifiedBy>
  <cp:revision>17</cp:revision>
  <dcterms:created xsi:type="dcterms:W3CDTF">2026-04-01T04:43:47Z</dcterms:created>
  <dcterms:modified xsi:type="dcterms:W3CDTF">2026-04-01T05:48:48Z</dcterms:modified>
</cp:coreProperties>
</file>